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16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55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90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58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93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400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001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0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53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69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479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F35A-0CCE-458C-B895-44826EE2255B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71A8B-48E4-4EAF-97B7-EA311CF47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906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thelp.ithome.com.tw/articles/1019295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thelp.ithome.com.tw/articles/1030011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dge.aif.tw/20210825-ai-cafe-report/" TargetMode="External"/><Relationship Id="rId2" Type="http://schemas.openxmlformats.org/officeDocument/2006/relationships/hyperlink" Target="https://www.youtube.com/watch?v=OuutT-XrvP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影像辨識概說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情境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_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_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_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種類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3173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80399"/>
            <a:ext cx="10515600" cy="983384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影像辨識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(Image Recognition)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39273"/>
            <a:ext cx="10515600" cy="522778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(Classification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單一物件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處理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例如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一張圖片輸入電腦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後判斷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圖片中的影像為「貓」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物體</a:t>
            </a:r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定位</a:t>
            </a:r>
            <a:r>
              <a:rPr kumimoji="1"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(Object Localization)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標註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單一物體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(Single Object)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所在的位置及大小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例如框出圖片中「貓的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位置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也可以說成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Classification+Localization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物體偵測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(Object Detection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在一張圖片中以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長方形框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框出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多個物件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(Multiple Object)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，也能辨識出物件的類別、位置及大小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可以作到影像標題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(Image Captioning)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依方框標註的類別名稱</a:t>
            </a:r>
          </a:p>
          <a:p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實體切割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(Instance Segmentation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不只是框出物件，而是以多邊形精準將物件的輪廓描繪出來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實例分割可以檢測輸入圖像中的對象，將它們與背景隔離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語義分割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(Semantic Segmentation)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，不定義它是甚麼純分類</a:t>
            </a:r>
          </a:p>
          <a:p>
            <a:pPr marL="0" indent="0">
              <a:buNone/>
            </a:pP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hlinkClick r:id="rId2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://ithelp.ithome.com.tw/articles/10192950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04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22790"/>
            <a:ext cx="10515600" cy="1325563"/>
          </a:xfrm>
        </p:spPr>
        <p:txBody>
          <a:bodyPr/>
          <a:lstStyle/>
          <a:p>
            <a:r>
              <a:rPr lang="zh-TW" altLang="en-US" b="1" dirty="0" smtClean="0"/>
              <a:t>影像分割</a:t>
            </a:r>
            <a:r>
              <a:rPr lang="en-US" altLang="zh-TW" dirty="0" smtClean="0"/>
              <a:t>(Image Segmentation)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17387"/>
            <a:ext cx="10515600" cy="4351338"/>
          </a:xfrm>
        </p:spPr>
        <p:txBody>
          <a:bodyPr/>
          <a:lstStyle/>
          <a:p>
            <a:r>
              <a:rPr lang="en-US" altLang="zh-TW" dirty="0" smtClean="0">
                <a:hlinkClick r:id="rId2"/>
              </a:rPr>
              <a:t>https://ithelp.ithome.com.tw/articles/10300118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36" y="2323512"/>
            <a:ext cx="8247619" cy="2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38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介紹</a:t>
            </a:r>
            <a:r>
              <a:rPr lang="en-US" altLang="zh-TW" dirty="0" smtClean="0"/>
              <a:t>yolo v5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https://www.youtube.com/watch?v=OuutT-XrvP0</a:t>
            </a:r>
            <a:endParaRPr lang="en-US" altLang="zh-TW" dirty="0" smtClean="0"/>
          </a:p>
          <a:p>
            <a:r>
              <a:rPr lang="zh-TW" altLang="en-US" dirty="0"/>
              <a:t>電腦是怎麼辨識物體的呢？當紅的</a:t>
            </a:r>
            <a:r>
              <a:rPr lang="en-US" altLang="zh-TW" dirty="0"/>
              <a:t>YOLO</a:t>
            </a:r>
            <a:r>
              <a:rPr lang="zh-TW" altLang="en-US" dirty="0"/>
              <a:t>又是什麼？</a:t>
            </a:r>
          </a:p>
          <a:p>
            <a:pPr lvl="1"/>
            <a:r>
              <a:rPr lang="en-US" altLang="zh-TW" dirty="0">
                <a:hlinkClick r:id="rId3"/>
              </a:rPr>
              <a:t>https://edge.aif.tw/20210825-ai-cafe-report</a:t>
            </a:r>
            <a:r>
              <a:rPr lang="en-US" altLang="zh-TW" dirty="0" smtClean="0">
                <a:hlinkClick r:id="rId3"/>
              </a:rPr>
              <a:t>/</a:t>
            </a:r>
            <a:endParaRPr lang="en-US" altLang="zh-TW" dirty="0" smtClean="0"/>
          </a:p>
          <a:p>
            <a:pPr lvl="1"/>
            <a:r>
              <a:rPr lang="zh-TW" altLang="en-US" smtClean="0"/>
              <a:t>下方有影片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494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216</Words>
  <Application>Microsoft Office PowerPoint</Application>
  <PresentationFormat>寬螢幕</PresentationFormat>
  <Paragraphs>24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標楷體</vt:lpstr>
      <vt:lpstr>Arial</vt:lpstr>
      <vt:lpstr>Calibri</vt:lpstr>
      <vt:lpstr>Calibri Light</vt:lpstr>
      <vt:lpstr>Office 佈景主題</vt:lpstr>
      <vt:lpstr> AI 影像辨識概說  情境_功能_應用_種類</vt:lpstr>
      <vt:lpstr>影像辨識(Image Recognition)</vt:lpstr>
      <vt:lpstr>影像分割(Image Segmentation)</vt:lpstr>
      <vt:lpstr>介紹yolo v5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影像分割(Image Segmentation)</dc:title>
  <dc:creator>hp</dc:creator>
  <cp:lastModifiedBy>user</cp:lastModifiedBy>
  <cp:revision>16</cp:revision>
  <dcterms:created xsi:type="dcterms:W3CDTF">2023-06-11T13:34:48Z</dcterms:created>
  <dcterms:modified xsi:type="dcterms:W3CDTF">2024-04-24T09:35:45Z</dcterms:modified>
</cp:coreProperties>
</file>