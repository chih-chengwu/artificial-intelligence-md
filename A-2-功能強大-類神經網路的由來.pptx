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1" r:id="rId2"/>
    <p:sldId id="280" r:id="rId3"/>
    <p:sldId id="282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96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8676C-D457-4A0B-9C91-83939419494E}" type="datetimeFigureOut">
              <a:rPr lang="zh-TW" altLang="en-US" smtClean="0"/>
              <a:t>2024/9/11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45429-42BB-4635-80E2-ABE2C984EC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19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5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6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01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93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32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03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88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00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51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2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0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0F9A4-4469-4216-8732-74830AAB3356}" type="datetimeFigureOut">
              <a:rPr lang="zh-TW" altLang="en-US" smtClean="0"/>
              <a:t>2024/9/11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60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1183589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A-2: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強大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類神經網路的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由來</a:t>
            </a:r>
            <a:endParaRPr lang="zh-TW" altLang="en-US" sz="2800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838200" y="1383957"/>
            <a:ext cx="10515600" cy="5330879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在圖形辨識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物件辨識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文字翻譯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自然語言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正確率進度非常緩慢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直到類神經網路出現才有大幅度的進步，準確度甚至超越人類的專家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Artificial Neural Network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(ANN, NN)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2018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IBM Deep Blue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擊敗西洋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棋王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2016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及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2017 Google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AlphaGo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挑戰下圍棋雙雙拿下勝利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感知器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Perceptron</a:t>
            </a:r>
          </a:p>
          <a:p>
            <a:pPr lvl="1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它是第一個類神經網路的實例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與現在使用的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ANN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有什麼不同呢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單層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前饋式類神經網路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只有輸入層及輸出層，沒有隱藏層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只能解決線性的簡單問題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多層</a:t>
            </a:r>
            <a:r>
              <a:rPr lang="zh-TW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感知</a:t>
            </a:r>
            <a:r>
              <a:rPr lang="zh-TW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器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Multilayer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Perceptron, MLP)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至少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包含三層結構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輸入層、隱藏層和輸出層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如果有多層的隱藏層，我們稱之為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DNN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34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838200" y="1136073"/>
            <a:ext cx="10515600" cy="5486400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深度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學習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(Deep Neural Network, DNN)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加了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很多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層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(N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層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的隱藏層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(hidden layer)</a:t>
            </a: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可以取出不同的特徵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多種角度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面向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反向傳播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Backpropagation)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，遞迴網路（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Recurrent 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netword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可以解決較困難非線性的問題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(Nonlinear)</a:t>
            </a:r>
          </a:p>
          <a:p>
            <a:pPr lvl="1"/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卷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積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神經網路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(Convolutional Neural Network)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專長用在影像辨識及身物件偵測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Pattern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Recognition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循環</a:t>
            </a:r>
            <a:r>
              <a:rPr lang="zh-TW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神經</a:t>
            </a:r>
            <a:r>
              <a:rPr lang="zh-TW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網路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Recurrent neural network,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RNN)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適用在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「自然語言處理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」（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Natural Language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Processing, NLP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文字翻譯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線上語音翻譯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機器人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9357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深度學習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-DNN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2520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74589" y="237904"/>
            <a:ext cx="10515600" cy="1325563"/>
          </a:xfrm>
          <a:solidFill>
            <a:srgbClr val="FFC000"/>
          </a:solidFill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釐清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深度學習與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類神經網路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17762" y="1846008"/>
            <a:ext cx="10515600" cy="4721769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一般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來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說深度學習都是使用類神經網路的演算法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類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神經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網路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(NN)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演進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感知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器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Perceptron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B.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多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層感知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器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(Multilayer Perceptron, MLP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C.DNN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D.CNN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E.RNN</a:t>
            </a:r>
          </a:p>
          <a:p>
            <a:pPr lvl="1"/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註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感知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器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都是全連接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522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3141</TotalTime>
  <Words>331</Words>
  <Application>Microsoft Office PowerPoint</Application>
  <PresentationFormat>寬螢幕</PresentationFormat>
  <Paragraphs>41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新細明體</vt:lpstr>
      <vt:lpstr>新細明體</vt:lpstr>
      <vt:lpstr>標楷體</vt:lpstr>
      <vt:lpstr>Arial</vt:lpstr>
      <vt:lpstr>Calibri</vt:lpstr>
      <vt:lpstr>Calibri Light</vt:lpstr>
      <vt:lpstr>Office 佈景主題</vt:lpstr>
      <vt:lpstr>A-2:功能強大-類神經網路的由來</vt:lpstr>
      <vt:lpstr>深度學習-DNN</vt:lpstr>
      <vt:lpstr>釐清深度學習與類神經網路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課堂規定</dc:title>
  <dc:creator>USER</dc:creator>
  <cp:lastModifiedBy>hp</cp:lastModifiedBy>
  <cp:revision>118</cp:revision>
  <dcterms:created xsi:type="dcterms:W3CDTF">2023-02-10T08:39:17Z</dcterms:created>
  <dcterms:modified xsi:type="dcterms:W3CDTF">2024-09-11T14:40:30Z</dcterms:modified>
</cp:coreProperties>
</file>