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0" r:id="rId3"/>
    <p:sldId id="261" r:id="rId4"/>
    <p:sldId id="278" r:id="rId5"/>
    <p:sldId id="279" r:id="rId6"/>
    <p:sldId id="271" r:id="rId7"/>
    <p:sldId id="280" r:id="rId8"/>
    <p:sldId id="276" r:id="rId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96" autoAdjust="0"/>
    <p:restoredTop sz="94660"/>
  </p:normalViewPr>
  <p:slideViewPr>
    <p:cSldViewPr snapToGrid="0">
      <p:cViewPr varScale="1">
        <p:scale>
          <a:sx n="88" d="100"/>
          <a:sy n="88" d="100"/>
        </p:scale>
        <p:origin x="4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8676C-D457-4A0B-9C91-83939419494E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45429-42BB-4635-80E2-ABE2C984EC7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7196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042F59D-1976-4030-A7B5-0D54ABB5D05B}" type="slidenum">
              <a:rPr lang="en-US" altLang="zh-TW"/>
              <a:pPr/>
              <a:t>2</a:t>
            </a:fld>
            <a:endParaRPr lang="en-US" altLang="zh-TW"/>
          </a:p>
        </p:txBody>
      </p:sp>
      <p:sp>
        <p:nvSpPr>
          <p:cNvPr id="1586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6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60725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4533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2682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010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5937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1325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1039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988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006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95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0277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0071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0F9A4-4469-4216-8732-74830AAB3356}" type="datetimeFigureOut">
              <a:rPr lang="zh-TW" altLang="en-US" smtClean="0"/>
              <a:t>2025/9/12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601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r>
              <a:rPr lang="zh-TW" altLang="en-US" dirty="0" smtClean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課程方向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及課堂規定</a:t>
            </a:r>
            <a:endParaRPr lang="zh-TW" altLang="en-US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114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學年上學期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人工智慧 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Artificial Intelligence</a:t>
            </a:r>
          </a:p>
          <a:p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任課老師</a:t>
            </a:r>
            <a:r>
              <a:rPr lang="en-US" altLang="zh-TW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吳志成</a:t>
            </a:r>
            <a:endParaRPr lang="zh-TW" altLang="en-US" sz="28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86578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 txBox="1">
            <a:spLocks/>
          </p:cNvSpPr>
          <p:nvPr/>
        </p:nvSpPr>
        <p:spPr>
          <a:xfrm>
            <a:off x="838200" y="245806"/>
            <a:ext cx="10515600" cy="1138151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人工智慧 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Artificial Intelligence </a:t>
            </a:r>
            <a:endParaRPr lang="en-US" altLang="zh-TW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endParaRPr lang="zh-TW" altLang="en-US" dirty="0"/>
          </a:p>
        </p:txBody>
      </p:sp>
      <p:grpSp>
        <p:nvGrpSpPr>
          <p:cNvPr id="10" name="群組 9"/>
          <p:cNvGrpSpPr/>
          <p:nvPr/>
        </p:nvGrpSpPr>
        <p:grpSpPr>
          <a:xfrm>
            <a:off x="3590745" y="1673523"/>
            <a:ext cx="5010510" cy="4830793"/>
            <a:chOff x="1708030" y="189781"/>
            <a:chExt cx="6271404" cy="6305910"/>
          </a:xfrm>
        </p:grpSpPr>
        <p:sp>
          <p:nvSpPr>
            <p:cNvPr id="11" name="流程圖: 或 10"/>
            <p:cNvSpPr/>
            <p:nvPr/>
          </p:nvSpPr>
          <p:spPr>
            <a:xfrm>
              <a:off x="1708030" y="189781"/>
              <a:ext cx="6271404" cy="6305910"/>
            </a:xfrm>
            <a:prstGeom prst="flowChartOr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2" name="流程圖: 結束點 11"/>
            <p:cNvSpPr/>
            <p:nvPr/>
          </p:nvSpPr>
          <p:spPr>
            <a:xfrm>
              <a:off x="2112751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課堂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表現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出席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3" name="流程圖: 結束點 12"/>
            <p:cNvSpPr/>
            <p:nvPr/>
          </p:nvSpPr>
          <p:spPr>
            <a:xfrm>
              <a:off x="5056515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作業</a:t>
              </a:r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小考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4" name="流程圖: 結束點 13"/>
            <p:cNvSpPr/>
            <p:nvPr/>
          </p:nvSpPr>
          <p:spPr>
            <a:xfrm>
              <a:off x="5056515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期末期刊報告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Paper25%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5" name="流程圖: 結束點 14"/>
            <p:cNvSpPr/>
            <p:nvPr/>
          </p:nvSpPr>
          <p:spPr>
            <a:xfrm>
              <a:off x="2112752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期中</a:t>
              </a:r>
              <a:r>
                <a:rPr lang="en-US" altLang="zh-TW" sz="2400" dirty="0" err="1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YoLo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/>
              </a:r>
              <a:b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</a:br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實</a:t>
              </a:r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作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2472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0368"/>
            <a:ext cx="10515600" cy="1183589"/>
          </a:xfrm>
        </p:spPr>
        <p:txBody>
          <a:bodyPr>
            <a:normAutofit fontScale="90000"/>
          </a:bodyPr>
          <a:lstStyle/>
          <a:p>
            <a:pPr algn="ctr"/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人工智慧 </a:t>
            </a:r>
            <a: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Artificial Intelligence</a:t>
            </a:r>
            <a:br>
              <a:rPr lang="en-US" altLang="zh-TW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課堂規定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19922" y="2021999"/>
            <a:ext cx="10157678" cy="4498874"/>
          </a:xfrm>
        </p:spPr>
        <p:txBody>
          <a:bodyPr>
            <a:no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後進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教室算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遲到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上課禁用手機，請專心上課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想睡覺的，建議洗臉</a:t>
            </a:r>
            <a:r>
              <a:rPr lang="zh-TW" altLang="en-US" sz="3200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站立上課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Free</a:t>
            </a: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上課吵鬧，影響到老師同學，予以糾正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1/3 (</a:t>
            </a:r>
            <a:r>
              <a:rPr lang="zh-TW" altLang="en-US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含</a:t>
            </a:r>
            <a:r>
              <a:rPr lang="en-US" altLang="zh-TW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3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以上未出席課程無法給予學分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次遲到算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次未到課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為加強同學上課專注度，請同學回答問題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課堂表現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sz="32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734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86130" y="2246948"/>
            <a:ext cx="10515600" cy="1966335"/>
          </a:xfrm>
          <a:solidFill>
            <a:srgbClr val="FFC000"/>
          </a:solidFill>
        </p:spPr>
        <p:txBody>
          <a:bodyPr anchor="ctr"/>
          <a:lstStyle/>
          <a:p>
            <a:pPr algn="ctr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上課前思考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48996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97275"/>
            <a:ext cx="10515600" cy="1325563"/>
          </a:xfrm>
          <a:solidFill>
            <a:srgbClr val="FFC000"/>
          </a:solidFill>
        </p:spPr>
        <p:txBody>
          <a:bodyPr/>
          <a:lstStyle/>
          <a:p>
            <a:pPr algn="ctr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A.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唸研究所目的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533669"/>
            <a:ext cx="10515600" cy="5224939"/>
          </a:xfrm>
        </p:spPr>
        <p:txBody>
          <a:bodyPr>
            <a:normAutofit fontScale="92500" lnSpcReduction="10000"/>
          </a:bodyPr>
          <a:lstStyle/>
          <a:p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學會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如何在企業導入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協助解決問題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</a:t>
            </a:r>
            <a:r>
              <a:rPr lang="zh-TW" altLang="en-US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會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善用大數據分析技術協助企業作決策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提高自己的價值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合理的報酬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更美好的未來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學會研究的方法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考慮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主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客觀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因素作最好的決定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面對所有事情擬定最佳的程序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邏輯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作事有條不紊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確定方向是對的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沒有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Bias</a:t>
            </a: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主動找資料</a:t>
            </a:r>
            <a:r>
              <a:rPr lang="zh-TW" altLang="en-US" dirty="0" smtClean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積極找資源</a:t>
            </a:r>
            <a:r>
              <a:rPr lang="zh-TW" altLang="en-US" dirty="0" smtClean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工具</a:t>
            </a:r>
            <a:r>
              <a:rPr lang="zh-TW" altLang="en-US" dirty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方法能力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報告能力答辯能力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(defense)</a:t>
            </a: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消化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整理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組織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表達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獨立自主能力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、時間管理 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更上一層樓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02616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7436" y="115744"/>
            <a:ext cx="10515600" cy="1075748"/>
          </a:xfrm>
          <a:solidFill>
            <a:srgbClr val="FFC000"/>
          </a:solidFill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B.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如何學好人工智慧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AI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53107" y="1282590"/>
            <a:ext cx="10515600" cy="5312174"/>
          </a:xfrm>
        </p:spPr>
        <p:txBody>
          <a:bodyPr>
            <a:normAutofit fontScale="70000" lnSpcReduction="20000"/>
          </a:bodyPr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精熟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Python 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語言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包括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: Google </a:t>
            </a:r>
            <a:r>
              <a:rPr lang="en-US" altLang="zh-TW" dirty="0" err="1" smtClean="0">
                <a:latin typeface="標楷體" panose="03000509000000000000" pitchFamily="65" charset="-120"/>
                <a:ea typeface="標楷體" panose="03000509000000000000" pitchFamily="65" charset="-120"/>
              </a:rPr>
              <a:t>Colaboratory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 err="1" smtClean="0">
                <a:latin typeface="標楷體" panose="03000509000000000000" pitchFamily="65" charset="-120"/>
                <a:ea typeface="標楷體" panose="03000509000000000000" pitchFamily="65" charset="-120"/>
              </a:rPr>
              <a:t>VSCode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(Visual Studio Code)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 、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A-100</a:t>
            </a:r>
          </a:p>
          <a:p>
            <a:pPr lvl="1"/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認識機器學習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(ML)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重要的演算法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(Algorithm)</a:t>
            </a: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認識深度學習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(DL)</a:t>
            </a:r>
            <a:endParaRPr lang="en-US" altLang="zh-TW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感知機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Perceptron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NN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ANN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DNN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CNN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RNN</a:t>
            </a:r>
          </a:p>
          <a:p>
            <a:pPr lvl="1"/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A.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熟悉各種平台</a:t>
            </a:r>
            <a:r>
              <a:rPr lang="zh-TW" altLang="en-US" sz="29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、編輯軟體、</a:t>
            </a:r>
            <a:r>
              <a:rPr lang="zh-TW" altLang="en-US" sz="29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模型 </a:t>
            </a:r>
            <a:r>
              <a:rPr lang="zh-TW" altLang="en-US" sz="29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、套件，及其安裝</a:t>
            </a:r>
            <a:endParaRPr lang="en-US" altLang="zh-TW" sz="29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Windows +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Anaconda,A-100(Linux), VS Code, </a:t>
            </a:r>
            <a:r>
              <a:rPr lang="en-US" altLang="zh-TW" dirty="0" err="1" smtClean="0">
                <a:latin typeface="標楷體" panose="03000509000000000000" pitchFamily="65" charset="-120"/>
                <a:ea typeface="標楷體" panose="03000509000000000000" pitchFamily="65" charset="-120"/>
              </a:rPr>
              <a:t>YoLo、U-Net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B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用心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研究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瞭解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下課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常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思考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多蒐尋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善用各種工具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網站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每天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上網蒐尋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有興趣的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不懂的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相關技術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網頁文章</a:t>
            </a:r>
            <a:endParaRPr lang="en-US" altLang="zh-TW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研究相關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主題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自己有興趣的主題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重要的主題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不懂的主題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err="1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</a:t>
            </a:r>
            <a:r>
              <a:rPr lang="en-US" altLang="zh-TW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.Ewant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教育平台、</a:t>
            </a:r>
            <a:r>
              <a:rPr lang="en-US" altLang="zh-TW" dirty="0" err="1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Youtube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蒐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尋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李宏毅 機器學習、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W3School</a:t>
            </a:r>
          </a:p>
          <a:p>
            <a:pPr lvl="1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很好的課程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75741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47436" y="115744"/>
            <a:ext cx="10515600" cy="1075748"/>
          </a:xfrm>
          <a:solidFill>
            <a:srgbClr val="C00000"/>
          </a:solidFill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</a:t>
            </a:r>
            <a:r>
              <a:rPr lang="en-US" altLang="zh-TW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如何作好</a:t>
            </a:r>
            <a:r>
              <a:rPr lang="zh-TW" altLang="en-US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研究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53107" y="1282590"/>
            <a:ext cx="10515600" cy="5312174"/>
          </a:xfrm>
        </p:spPr>
        <p:txBody>
          <a:bodyPr>
            <a:normAutofit lnSpcReduction="10000"/>
          </a:bodyPr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自己研究的主題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找到</a:t>
            </a:r>
            <a:r>
              <a:rPr lang="zh-TW" altLang="en-US" dirty="0" smtClean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精熟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別人作了什麼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引經據點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，少了什麼？ 我們打算改善什麼？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貢獻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457200" lvl="1" indent="0">
              <a:buNone/>
            </a:pP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以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老師提的點向外擴展</a:t>
            </a:r>
            <a:r>
              <a:rPr lang="zh-TW" altLang="en-US" dirty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自主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學習</a:t>
            </a:r>
            <a:endParaRPr lang="en-US" altLang="zh-TW" dirty="0" smtClean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Paper</a:t>
            </a:r>
          </a:p>
          <a:p>
            <a:pPr lvl="2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深入研究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瞭解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上台報告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實驗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2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收集資料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資料前處理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研究生的一天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睜開眼睛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買便當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進實驗室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看（報）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paper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 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作實驗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找資料</a:t>
            </a:r>
            <a:r>
              <a:rPr lang="zh-TW" altLang="en-US" dirty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學習新知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回家睡覺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一起吃晚餐</a:t>
            </a:r>
            <a:r>
              <a:rPr lang="zh-TW" altLang="en-US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宵夜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哈啦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83416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/>
          <p:cNvSpPr>
            <a:spLocks noGrp="1"/>
          </p:cNvSpPr>
          <p:nvPr>
            <p:ph type="title"/>
          </p:nvPr>
        </p:nvSpPr>
        <p:spPr>
          <a:xfrm>
            <a:off x="838200" y="175434"/>
            <a:ext cx="10515600" cy="1092650"/>
          </a:xfrm>
          <a:solidFill>
            <a:srgbClr val="FFC000"/>
          </a:solidFill>
        </p:spPr>
        <p:txBody>
          <a:bodyPr/>
          <a:lstStyle/>
          <a:p>
            <a:pPr algn="ctr"/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報告能力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答辯能力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)-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評分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標準</a:t>
            </a:r>
            <a:endParaRPr lang="zh-TW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837396"/>
              </p:ext>
            </p:extLst>
          </p:nvPr>
        </p:nvGraphicFramePr>
        <p:xfrm>
          <a:off x="838200" y="1407919"/>
          <a:ext cx="10515600" cy="51698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7437">
                  <a:extLst>
                    <a:ext uri="{9D8B030D-6E8A-4147-A177-3AD203B41FA5}">
                      <a16:colId xmlns:a16="http://schemas.microsoft.com/office/drawing/2014/main" val="2853746146"/>
                    </a:ext>
                  </a:extLst>
                </a:gridCol>
                <a:gridCol w="2645993">
                  <a:extLst>
                    <a:ext uri="{9D8B030D-6E8A-4147-A177-3AD203B41FA5}">
                      <a16:colId xmlns:a16="http://schemas.microsoft.com/office/drawing/2014/main" val="3945654286"/>
                    </a:ext>
                  </a:extLst>
                </a:gridCol>
                <a:gridCol w="3873270">
                  <a:extLst>
                    <a:ext uri="{9D8B030D-6E8A-4147-A177-3AD203B41FA5}">
                      <a16:colId xmlns:a16="http://schemas.microsoft.com/office/drawing/2014/main" val="175321926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64884116"/>
                    </a:ext>
                  </a:extLst>
                </a:gridCol>
              </a:tblGrid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大分類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項目內容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5612069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PPT  (50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內容、舖陳、敘述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15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503414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圖表說明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15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210398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240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口語表達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475183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240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簡報效果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324389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程式 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(30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熟悉度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15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3247994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15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012756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Q&amp;A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 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(10)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反應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6091557"/>
                  </a:ext>
                </a:extLst>
              </a:tr>
              <a:tr h="57442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小組 </a:t>
                      </a: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(10)</a:t>
                      </a:r>
                      <a:endParaRPr lang="zh-TW" altLang="en-US" sz="2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240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分工、合作、互動</a:t>
                      </a:r>
                      <a:endParaRPr lang="zh-TW" altLang="en-US" sz="2400" dirty="0" smtClean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</a:t>
                      </a:r>
                      <a:r>
                        <a:rPr lang="zh-TW" altLang="en-US" sz="2400" dirty="0" smtClean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99625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2570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2869</TotalTime>
  <Words>560</Words>
  <Application>Microsoft Office PowerPoint</Application>
  <PresentationFormat>寬螢幕</PresentationFormat>
  <Paragraphs>97</Paragraphs>
  <Slides>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5" baseType="lpstr">
      <vt:lpstr>新細明體</vt:lpstr>
      <vt:lpstr>新細明體</vt:lpstr>
      <vt:lpstr>標楷體</vt:lpstr>
      <vt:lpstr>Arial</vt:lpstr>
      <vt:lpstr>Calibri</vt:lpstr>
      <vt:lpstr>Calibri Light</vt:lpstr>
      <vt:lpstr>Office 佈景主題</vt:lpstr>
      <vt:lpstr>評量標準、課程方向 及課堂規定</vt:lpstr>
      <vt:lpstr>PowerPoint 簡報</vt:lpstr>
      <vt:lpstr>人工智慧 Artificial Intelligence 2.課堂規定</vt:lpstr>
      <vt:lpstr>上課前思考</vt:lpstr>
      <vt:lpstr>A.唸研究所目的</vt:lpstr>
      <vt:lpstr>B.如何學好人工智慧AI</vt:lpstr>
      <vt:lpstr>C.如何作好研究</vt:lpstr>
      <vt:lpstr>報告能力(答辯能力)-評分標準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課堂規定</dc:title>
  <dc:creator>USER</dc:creator>
  <cp:lastModifiedBy>user</cp:lastModifiedBy>
  <cp:revision>102</cp:revision>
  <dcterms:created xsi:type="dcterms:W3CDTF">2023-02-10T08:39:17Z</dcterms:created>
  <dcterms:modified xsi:type="dcterms:W3CDTF">2025-09-11T23:40:57Z</dcterms:modified>
</cp:coreProperties>
</file>