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80" r:id="rId3"/>
    <p:sldId id="281" r:id="rId4"/>
    <p:sldId id="282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6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2024/9/13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/>
          </a:bodyPr>
          <a:lstStyle/>
          <a:p>
            <a:pPr algn="r"/>
            <a:r>
              <a:rPr lang="en-US" altLang="zh-TW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A-1:</a:t>
            </a:r>
            <a:r>
              <a:rPr lang="zh-TW" altLang="en-US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什麼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是機器學習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為何需要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它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		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1/2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838200" y="1383957"/>
            <a:ext cx="10515600" cy="4802243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機器學習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Machine Learning(ML)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經常與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深度學習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Deep Learning(DL)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大數據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(Big Data)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人工智慧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(AI)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一同出現或被提及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它們之間關係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目的，希望同學可以清楚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在數據爆炸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瞬息萬變的時代，治理一個企業不同往日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協助決策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：數據會說話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有關係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輸入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的自變數（特徵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Feature)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眾多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關係複雜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找出隱藏在數據中的規則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目的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分群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Clustering (Grouping)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分類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Classification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Prediction)</a:t>
            </a:r>
          </a:p>
          <a:p>
            <a:pPr lvl="2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二元</a:t>
            </a:r>
            <a:r>
              <a:rPr lang="zh-TW" altLang="en-US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多元分類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連續數值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486400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機器學習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Machine Learning(ML)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與傳統寫的程式不同之處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傳統的程式設計師，必須考慮所有可能發生的事件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狀況並逐一寫出對應的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codes</a:t>
            </a:r>
          </a:p>
          <a:p>
            <a:pPr lvl="1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ML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：利用各種方法找出輸入數據的特徵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關聯性，對未來或是新的輸入數據作出預測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會學習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How ?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有一序列的程序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步驟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瞭解問題及需求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需要的資料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自有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沒有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外求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?)</a:t>
            </a:r>
          </a:p>
          <a:p>
            <a:pPr lvl="2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蒐集資料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(SQL,…)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資料前處理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(Data Preprocessing)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建立模型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(coding)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訓練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8.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產出數據及圖表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9.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分析及報告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作成決策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935705"/>
          </a:xfrm>
        </p:spPr>
        <p:txBody>
          <a:bodyPr>
            <a:normAutofit/>
          </a:bodyPr>
          <a:lstStyle/>
          <a:p>
            <a:pPr algn="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什麼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是機器學習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為何需要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它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		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2/2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2520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機器學習應用領域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機器學習已廣泛應用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於電腦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視覺、自然語言處理、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生物特徵辨識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、搜尋引擎、醫學診斷、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檢測信用卡詐騙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證券市場分析、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DNA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序列定序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語音和手寫辨識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、遊戲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和機器人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等領域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生醫製藥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623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86829"/>
            <a:ext cx="1051560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ML</a:t>
            </a:r>
            <a:r>
              <a:rPr lang="zh-TW" altLang="en-US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DL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Algorithm-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關係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5957" y="1510748"/>
            <a:ext cx="10515600" cy="4325509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ML (Machine learning)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分群（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Clustering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群集分析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均值聚類分析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K-means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分類（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Classification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很多機器學習的演算法都是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最近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鄰居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(K-Nearest-Neighbor, KNN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預測連續數值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線性迴歸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3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傳統的迴歸分析適用在因變數是連續變數的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邏輯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迴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3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邏輯迴歸是一種適用於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二元分類的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迴歸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技術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DL (Deep learning)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類神經網路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(Artificial Neural 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Network,ANN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感知機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Perceptron (MLP)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類神經網路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(NN, ANN, DNN)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卷積神經網路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(Convolution Neural </a:t>
            </a:r>
            <a:r>
              <a:rPr lang="en-US" altLang="zh-TW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Network,CNN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循環神經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網路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(Recurrent neural 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network,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RNN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920151" y="5892186"/>
            <a:ext cx="10351698" cy="9316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決策樹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(Decision) B.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隨機森林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(Random Forest)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時間序列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Time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Series Forecasting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關聯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Association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E.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順序型態分析（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Sequential Pattern Analysis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支援向量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(support vector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machine)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單純貝氏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(Naive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Bayes Classifier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198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3128</TotalTime>
  <Words>487</Words>
  <Application>Microsoft Office PowerPoint</Application>
  <PresentationFormat>寬螢幕</PresentationFormat>
  <Paragraphs>56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A-1:什麼是機器學習-為何需要它  1/2</vt:lpstr>
      <vt:lpstr>什麼是機器學習-為何需要它  2/2</vt:lpstr>
      <vt:lpstr>機器學習應用領域</vt:lpstr>
      <vt:lpstr>ML、DL演算法Algorithm-關係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user</cp:lastModifiedBy>
  <cp:revision>109</cp:revision>
  <dcterms:created xsi:type="dcterms:W3CDTF">2023-02-10T08:39:17Z</dcterms:created>
  <dcterms:modified xsi:type="dcterms:W3CDTF">2024-09-13T02:42:33Z</dcterms:modified>
</cp:coreProperties>
</file>