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97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93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17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76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14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01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81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65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94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67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8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48EE9-86FD-43A9-A99C-E35C874D0B3D}" type="datetimeFigureOut">
              <a:rPr lang="zh-TW" altLang="en-US" smtClean="0"/>
              <a:t>2022/1/14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FA6EB-4F0A-44C4-A9D3-FBA2A1CFA7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21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h.wikipedia.org/wiki/%E6%AC%A7%E5%87%A0%E9%87%8C%E5%BE%97%E7%A9%BA%E9%97%B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Agenda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分群分析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 analysis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分類（最近鄰居）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K-Nearest-Neighbor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分類與邏輯迴歸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(Logistic Regression)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(Artificial Neural Network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027575" y="6023728"/>
            <a:ext cx="6136850" cy="6387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預測 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predication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764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分群分析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 analysis </a:t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中文大多譯成聚類分析（均值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分群」在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上的歸類屬於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給你一堆資料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沒有給你答案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這個人有參加、或沒參加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，只是請你依資料的屬性分群</a:t>
            </a:r>
            <a:r>
              <a:rPr lang="en-US" altLang="zh-TW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分成幾群</a:t>
            </a:r>
            <a:r>
              <a:rPr lang="en-US" altLang="zh-TW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作一些區隔以便我們作不同的服務（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推薦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銷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歐幾里得距離：在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2" tooltip="歐幾里得空間"/>
              </a:rPr>
              <a:t>空間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中，點</a:t>
            </a:r>
            <a:r>
              <a:rPr lang="en-US" altLang="zh-TW" i="1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=(</a:t>
            </a:r>
            <a:r>
              <a:rPr lang="en-US" altLang="zh-TW" i="1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en-US" altLang="zh-TW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,...,</a:t>
            </a:r>
            <a:r>
              <a:rPr lang="en-US" altLang="zh-TW" i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en-US" altLang="zh-TW" i="1" baseline="-25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和 </a:t>
            </a:r>
            <a:r>
              <a:rPr lang="en-US" altLang="zh-TW" i="1" dirty="0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=(</a:t>
            </a:r>
            <a:r>
              <a:rPr lang="en-US" altLang="zh-TW" i="1" dirty="0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en-US" altLang="zh-TW" baseline="-25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,...,</a:t>
            </a:r>
            <a:r>
              <a:rPr lang="en-US" altLang="zh-TW" i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en-US" altLang="zh-TW" i="1" baseline="-25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之間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的距離為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8" t="24785" r="37113" b="24138"/>
          <a:stretch/>
        </p:blipFill>
        <p:spPr bwMode="auto">
          <a:xfrm>
            <a:off x="426976" y="4099354"/>
            <a:ext cx="3771313" cy="275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42241" r="51896" b="33405"/>
          <a:stretch/>
        </p:blipFill>
        <p:spPr bwMode="auto">
          <a:xfrm>
            <a:off x="7053591" y="4863850"/>
            <a:ext cx="4536504" cy="1653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左-右雙向箭號 5"/>
          <p:cNvSpPr/>
          <p:nvPr/>
        </p:nvSpPr>
        <p:spPr>
          <a:xfrm>
            <a:off x="4927564" y="5639776"/>
            <a:ext cx="993913" cy="4373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852" y="3494898"/>
            <a:ext cx="4561905" cy="426025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133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分類（最近鄰居）</a:t>
            </a:r>
            <a:b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K-Nearest-Neighbor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「分類」在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上的歸類屬於</a:t>
            </a:r>
            <a:r>
              <a:rPr lang="zh-TW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監督式</a:t>
            </a:r>
            <a:r>
              <a:rPr lang="zh-TW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（給樣本、也給答案）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歐幾里得距離 ＋ 權重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找出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最靠近測試樣本的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個訓練樣本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，然後將它識別爲該類別</a:t>
            </a:r>
          </a:p>
          <a:p>
            <a:pPr marL="0" indent="0">
              <a:buNone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867" y="3547253"/>
            <a:ext cx="8000724" cy="32195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3" y="3547252"/>
            <a:ext cx="3125514" cy="32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4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8219" y="365125"/>
            <a:ext cx="11698663" cy="1325563"/>
          </a:xfr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分類與邏輯迴歸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(Logistic Regression)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042" y="1690688"/>
            <a:ext cx="4545239" cy="295993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3" y="4965747"/>
            <a:ext cx="5191293" cy="1526343"/>
          </a:xfrm>
          <a:prstGeom prst="rect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405" y="4965747"/>
            <a:ext cx="6729758" cy="1526343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64440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2527" y="252004"/>
            <a:ext cx="11682953" cy="1325563"/>
          </a:xfr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章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sz="3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(Artificial Neural Network)</a:t>
            </a:r>
            <a:endParaRPr lang="zh-TW" altLang="en-US" sz="36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抽取特徵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(feature extraction)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的能力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12" t="17750" r="35296" b="6249"/>
          <a:stretch/>
        </p:blipFill>
        <p:spPr bwMode="auto">
          <a:xfrm>
            <a:off x="694744" y="2520883"/>
            <a:ext cx="2868589" cy="404636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53" y="4063985"/>
            <a:ext cx="7333355" cy="2503266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00075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224</Words>
  <Application>Microsoft Office PowerPoint</Application>
  <PresentationFormat>寬螢幕</PresentationFormat>
  <Paragraphs>19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新細明體</vt:lpstr>
      <vt:lpstr>標楷體</vt:lpstr>
      <vt:lpstr>Arial</vt:lpstr>
      <vt:lpstr>Calibri</vt:lpstr>
      <vt:lpstr>Calibri Light</vt:lpstr>
      <vt:lpstr>Office 佈景主題</vt:lpstr>
      <vt:lpstr>Agenda</vt:lpstr>
      <vt:lpstr>第5章: 分群分析Clustering analysis  中文大多譯成聚類分析（均值)</vt:lpstr>
      <vt:lpstr>第7章:分類（最近鄰居） Classification（K-Nearest-Neighbor）</vt:lpstr>
      <vt:lpstr>第8章:分類與邏輯迴歸(Logistic Regression)</vt:lpstr>
      <vt:lpstr>第9章:分類-神經網路(Artificial Neural Network)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18</cp:revision>
  <dcterms:created xsi:type="dcterms:W3CDTF">2022-01-14T02:02:53Z</dcterms:created>
  <dcterms:modified xsi:type="dcterms:W3CDTF">2022-01-14T05:25:14Z</dcterms:modified>
</cp:coreProperties>
</file>