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1" r:id="rId3"/>
    <p:sldId id="269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6162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69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4757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441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85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345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8631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662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4576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6673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040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alphaModFix amt="8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9050">
            <a:solidFill>
              <a:srgbClr val="0000FF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21FF1-0EB7-406D-85CE-C6E4C1CD2731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401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587022"/>
            <a:ext cx="9144000" cy="1720749"/>
          </a:xfrm>
          <a:solidFill>
            <a:srgbClr val="0000FF"/>
          </a:solidFill>
          <a:ln>
            <a:solidFill>
              <a:srgbClr val="FF0000"/>
            </a:solidFill>
          </a:ln>
        </p:spPr>
        <p:txBody>
          <a:bodyPr anchor="ctr"/>
          <a:lstStyle/>
          <a:p>
            <a:r>
              <a:rPr lang="en-US" altLang="zh-TW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Question ?</a:t>
            </a:r>
            <a:endParaRPr lang="zh-TW" altLang="en-US" dirty="0">
              <a:solidFill>
                <a:srgbClr val="FFC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018903" y="3213463"/>
            <a:ext cx="10154194" cy="2558143"/>
          </a:xfrm>
          <a:ln w="19050">
            <a:solidFill>
              <a:srgbClr val="0000FF"/>
            </a:solidFill>
          </a:ln>
        </p:spPr>
        <p:txBody>
          <a:bodyPr>
            <a:noAutofit/>
          </a:bodyPr>
          <a:lstStyle/>
          <a:p>
            <a:pPr algn="l"/>
            <a:r>
              <a:rPr lang="en-US" altLang="zh-TW" sz="3600" dirty="0" smtClean="0">
                <a:solidFill>
                  <a:schemeClr val="bg1"/>
                </a:solidFill>
              </a:rPr>
              <a:t>When AI  doing the mode training :</a:t>
            </a:r>
          </a:p>
          <a:p>
            <a:pPr algn="l"/>
            <a:r>
              <a:rPr lang="en-US" altLang="zh-TW" sz="3600" b="1" u="sng" dirty="0">
                <a:solidFill>
                  <a:schemeClr val="bg1"/>
                </a:solidFill>
              </a:rPr>
              <a:t>O</a:t>
            </a:r>
            <a:r>
              <a:rPr lang="en-US" altLang="zh-TW" sz="3600" b="1" u="sng" dirty="0" smtClean="0">
                <a:solidFill>
                  <a:schemeClr val="bg1"/>
                </a:solidFill>
              </a:rPr>
              <a:t>bject Detection </a:t>
            </a:r>
            <a:r>
              <a:rPr lang="en-US" altLang="zh-TW" sz="3600" dirty="0" smtClean="0">
                <a:solidFill>
                  <a:schemeClr val="bg1"/>
                </a:solidFill>
              </a:rPr>
              <a:t>and </a:t>
            </a:r>
            <a:r>
              <a:rPr lang="en-US" altLang="zh-TW" sz="3600" b="1" u="sng" dirty="0" smtClean="0">
                <a:solidFill>
                  <a:schemeClr val="bg1"/>
                </a:solidFill>
              </a:rPr>
              <a:t>Instance Segmentation </a:t>
            </a:r>
          </a:p>
          <a:p>
            <a:pPr algn="l"/>
            <a:r>
              <a:rPr lang="en-US" altLang="zh-TW" sz="3600" dirty="0" smtClean="0">
                <a:solidFill>
                  <a:schemeClr val="bg1"/>
                </a:solidFill>
              </a:rPr>
              <a:t>-</a:t>
            </a:r>
          </a:p>
          <a:p>
            <a:pPr algn="l"/>
            <a:r>
              <a:rPr lang="en-US" altLang="zh-TW" sz="3600" dirty="0">
                <a:solidFill>
                  <a:srgbClr val="FFC000"/>
                </a:solidFill>
              </a:rPr>
              <a:t>W</a:t>
            </a:r>
            <a:r>
              <a:rPr lang="en-US" altLang="zh-TW" sz="3600" dirty="0" smtClean="0">
                <a:solidFill>
                  <a:srgbClr val="FFC000"/>
                </a:solidFill>
              </a:rPr>
              <a:t>hich </a:t>
            </a:r>
            <a:r>
              <a:rPr lang="en-US" altLang="zh-TW" sz="3600" b="1" u="sng" dirty="0" smtClean="0">
                <a:solidFill>
                  <a:srgbClr val="FFC000"/>
                </a:solidFill>
              </a:rPr>
              <a:t>Evaluation Tools </a:t>
            </a:r>
            <a:r>
              <a:rPr lang="en-US" altLang="zh-TW" sz="3600" dirty="0" smtClean="0">
                <a:solidFill>
                  <a:srgbClr val="FFC000"/>
                </a:solidFill>
              </a:rPr>
              <a:t>usually using and important </a:t>
            </a:r>
            <a:endParaRPr lang="zh-TW" altLang="en-US" sz="3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878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solidFill>
            <a:srgbClr val="0000FF"/>
          </a:solidFill>
          <a:ln>
            <a:solidFill>
              <a:srgbClr val="FF0000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altLang="zh-TW" sz="53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Object </a:t>
            </a:r>
            <a:r>
              <a:rPr lang="en-US" altLang="zh-TW" sz="5300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Detection Evaluation </a:t>
            </a:r>
            <a:r>
              <a:rPr lang="en-US" altLang="zh-TW" sz="53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Tools</a:t>
            </a:r>
            <a:endParaRPr lang="zh-TW" altLang="en-US" sz="6000" dirty="0">
              <a:solidFill>
                <a:srgbClr val="FFC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ln w="19050">
            <a:solidFill>
              <a:srgbClr val="0000FF"/>
            </a:solidFill>
          </a:ln>
        </p:spPr>
        <p:txBody>
          <a:bodyPr>
            <a:normAutofit/>
          </a:bodyPr>
          <a:lstStyle/>
          <a:p>
            <a:r>
              <a:rPr lang="en-US" altLang="zh-TW" sz="3600" dirty="0" smtClean="0">
                <a:solidFill>
                  <a:schemeClr val="bg1"/>
                </a:solidFill>
              </a:rPr>
              <a:t>1.Precision </a:t>
            </a:r>
            <a:r>
              <a:rPr lang="en-US" altLang="zh-TW" sz="3600" dirty="0">
                <a:solidFill>
                  <a:schemeClr val="bg1"/>
                </a:solidFill>
              </a:rPr>
              <a:t>and Recall Curves</a:t>
            </a:r>
          </a:p>
          <a:p>
            <a:r>
              <a:rPr lang="en-US" altLang="zh-TW" sz="3600" dirty="0">
                <a:solidFill>
                  <a:schemeClr val="bg1"/>
                </a:solidFill>
              </a:rPr>
              <a:t>2</a:t>
            </a:r>
            <a:r>
              <a:rPr lang="en-US" altLang="zh-TW" sz="3600" dirty="0" smtClean="0">
                <a:solidFill>
                  <a:schemeClr val="bg1"/>
                </a:solidFill>
              </a:rPr>
              <a:t>.mAP (mean Average Precision)</a:t>
            </a:r>
          </a:p>
          <a:p>
            <a:r>
              <a:rPr lang="en-US" altLang="zh-TW" sz="3600" dirty="0" smtClean="0">
                <a:solidFill>
                  <a:schemeClr val="bg1"/>
                </a:solidFill>
              </a:rPr>
              <a:t>3. </a:t>
            </a:r>
            <a:r>
              <a:rPr lang="en-US" altLang="zh-TW" sz="3600" dirty="0" err="1" smtClean="0">
                <a:solidFill>
                  <a:schemeClr val="bg1"/>
                </a:solidFill>
              </a:rPr>
              <a:t>IoU</a:t>
            </a:r>
            <a:r>
              <a:rPr lang="en-US" altLang="zh-TW" sz="3600" dirty="0" smtClean="0">
                <a:solidFill>
                  <a:schemeClr val="bg1"/>
                </a:solidFill>
              </a:rPr>
              <a:t> (Intersection over Union)</a:t>
            </a:r>
          </a:p>
          <a:p>
            <a:r>
              <a:rPr lang="en-US" altLang="zh-TW" sz="3600" dirty="0" smtClean="0">
                <a:solidFill>
                  <a:schemeClr val="bg1"/>
                </a:solidFill>
              </a:rPr>
              <a:t>4. F1 Score (less common in detection, but used in some custom settings)</a:t>
            </a:r>
          </a:p>
        </p:txBody>
      </p:sp>
    </p:spTree>
    <p:extLst>
      <p:ext uri="{BB962C8B-B14F-4D97-AF65-F5344CB8AC3E}">
        <p14:creationId xmlns:p14="http://schemas.microsoft.com/office/powerpoint/2010/main" val="3807153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</a:rPr>
              <a:t>2.IoU </a:t>
            </a:r>
            <a:r>
              <a:rPr lang="en-US" altLang="zh-TW" dirty="0">
                <a:solidFill>
                  <a:srgbClr val="FF0000"/>
                </a:solidFill>
              </a:rPr>
              <a:t>for Masks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How much predicted mask overlaps with ground truth.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4754797"/>
      </p:ext>
    </p:extLst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73</Words>
  <Application>Microsoft Office PowerPoint</Application>
  <PresentationFormat>寬螢幕</PresentationFormat>
  <Paragraphs>12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新細明體</vt:lpstr>
      <vt:lpstr>標楷體</vt:lpstr>
      <vt:lpstr>Arial</vt:lpstr>
      <vt:lpstr>Calibri</vt:lpstr>
      <vt:lpstr>Calibri Light</vt:lpstr>
      <vt:lpstr>自訂設計</vt:lpstr>
      <vt:lpstr>Question ?</vt:lpstr>
      <vt:lpstr>Object Detection Evaluation Tools</vt:lpstr>
      <vt:lpstr>2.IoU for Masks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34</cp:revision>
  <dcterms:created xsi:type="dcterms:W3CDTF">2024-08-28T03:49:50Z</dcterms:created>
  <dcterms:modified xsi:type="dcterms:W3CDTF">2025-06-20T11:04:59Z</dcterms:modified>
</cp:coreProperties>
</file>